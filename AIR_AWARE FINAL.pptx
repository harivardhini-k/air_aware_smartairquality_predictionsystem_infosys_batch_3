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68" r:id="rId4"/>
    <p:sldId id="258" r:id="rId5"/>
    <p:sldId id="269" r:id="rId6"/>
    <p:sldId id="259" r:id="rId7"/>
    <p:sldId id="27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1" r:id="rId16"/>
    <p:sldId id="272" r:id="rId17"/>
    <p:sldId id="273" r:id="rId18"/>
    <p:sldId id="274" r:id="rId19"/>
    <p:sldId id="276" r:id="rId20"/>
    <p:sldId id="275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2629" y="5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64BF-1A30-E393-A40F-4E4E3352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9A1C0-AEC6-4C69-ACCD-CF7AE9201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FA9B68-CA01-858C-C4B2-B59B6F632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10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262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Aware is an AI-powered system designed to monitor and predict the Air Quality Index (AQI) using machine learning models, authenticated datasets, and an interactive analytics dashboard. The system provides real-time insights, pollutant-level analysis, and future AQI forecasting to help users understand environmental health conditions and make informed decisions.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Air Quality Index (AQI)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machine learning algorithms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major pollutants (CO, SO₂, NO₂, NH₃, Pb, PM2.5, PM10) using historical AQI datasets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comparative analytics through a web dashboard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individuals, communities, and authorities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pollution risks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scalable, AI-based solution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air quality monitoring without hardware dependency</a:t>
            </a:r>
          </a:p>
          <a:p>
            <a:pPr marL="0" indent="0" algn="l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B654-0491-ED68-42F5-283B70E5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Tools &amp; Technologies Implemented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CBA98-527B-DB40-1852-59285C720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6663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Languages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ML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 processing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web dashboard</a:t>
            </a:r>
          </a:p>
          <a:p>
            <a:pPr>
              <a:buFont typeface="+mj-lt"/>
              <a:buAutoNum type="arabicPeriod"/>
            </a:pP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analysis &amp; model development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Tools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Regression &amp; prediction models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cleaning, transformation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/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visualization</a:t>
            </a:r>
          </a:p>
          <a:p>
            <a:pPr marL="0" indent="0">
              <a:buNone/>
            </a:pPr>
            <a:r>
              <a:rPr lang="en-IN" sz="1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AQI datasets (CPCB / Kaggle / OpenAQ)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pollutant concentrations, weather variables &amp; historical AQI values</a:t>
            </a:r>
          </a:p>
          <a:p>
            <a:pPr marL="0" indent="0">
              <a:buNone/>
            </a:pPr>
            <a:r>
              <a:rPr lang="en-IN" sz="1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or cloud-hosted Streamlit dashboard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60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AQI (Air Quality Index)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Air Quality Index (AQI) is a standardized numerical scale that indicates the quality of air in a specific region. It communicates how polluted the air is at present or how polluted it is expected to become.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AQI: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citizens understand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air pollution levels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impacts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pollutant concentration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government and environmental agencies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quality management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unified metric for comparing pollution across cities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Pollutants That Affect AQI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is influenced by the concentration of major pollutants released from vehicles, industries, dust sources, and burning activities.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601B-634E-DB0C-5643-8B91A6408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664" y="441960"/>
            <a:ext cx="8229600" cy="45259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five critical pollutants affecting AQI include: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Carbon Monoxide (CO)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Produced by incomplete combustion (vehicles, generators)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oxygen-carrying capacity of blood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Sulphur Dioxide (SO₂)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Emitted from coal, oil, and industrial activities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respiratory irritation and smog formation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Nitrogen Dioxide (NO₂)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Released from vehicle exhausts, power plants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lung inflammation and ozone formation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Ammonia (NH₃)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Originates from fertilizers, cleaning chemicals, waste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eye and skin irritation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Lead (Pb)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Comes from metal smelting, old fuels, battery industries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Affects the nervous system and cognitive development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19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Measure AQI Factors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 Methods for Key Pollutants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Carbon Monoxide (CO)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Non-Dispersive Infrared (NDIR)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CO concentration in parts per million (ppm)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Sulphur Dioxide (SO₂)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 Fluorescence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SO₂ concentration in micrograms per cubic meter (µg/m³)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Nitrogen Dioxide (NO₂)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Chemiluminescence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by agencies for NOx (NO + NO₂) detection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Ammonia (NH₃)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Cavity Ring-Down Spectroscopy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absorption methods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recorded in µg/m³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Lead (Pb)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High-Volume Air Samplers (HVAS)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are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labs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Absorption Spectroscopy (AAS)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52AA3-5427-8563-4607-3B4EA6395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AQI Pollutants (Often Included in Datasets)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 &amp; PM10: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Measured using Beta Attenuation Monitors and Laser Scattering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Ozone (O₃):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Measured using UV Photometric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Used in This AI Project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this is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software-only AI model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pollutant data is taken from: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CPCB (Central Pollution Control Board)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OpenAQ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AQI datasets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datasets already include pollutant concentrations measured by certified monitoring stations.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323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18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Monitoring Agencies &amp; Applications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International Agencies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(World Health Organization)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global air quality guidelines and pollutant limits.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EPA (Environmental Protection Agency, USA)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U.S. AQI scale; monitors PM, CO, NO₂, SO₂, O₃.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Indian AQI Agencies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CPCB (Central Pollution Control Board)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National AQI (NAQI) and runs CAAQMS monitoring stations.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SAFAR (System of Air Quality and Weather Forecasting and Research)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Metro-city AQI updates and short-term pollution forecasts.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SPCBs (State Pollution Control Boards)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State-level air quality monitoring and reporting.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AQI Apps/Web Platforms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SAFAR-Air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Govt real-time AQI + weather</a:t>
            </a:r>
          </a:p>
          <a:p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IQAir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AirVisual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City-wise world AQI rankings</a:t>
            </a:r>
          </a:p>
          <a:p>
            <a:pPr marL="0" indent="0" algn="l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Contributors to Air Pollution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is caused by multiple human-made and natural activities. While some sources receive national attention, many everyday activities significantly degrade local air quality.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Pollution Sources Across Indian Cities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Vehicular Emissions: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Cars, trucks, buses releasing CO, NO₂, PM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Pollution: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Factories, chemical plants, smelting units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Activities: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Dust, cement particles, PM10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Fuel Combustion: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Coal, firewood, and charcoal used for cooking/heating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Biomass Burning: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Dry leaves, agricultural waste, garbage burning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Diesel Generators: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Backup power sources releasing NOx and PM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Wood Burning: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Domestic and small-scale heating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Irritants: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 dust, open waste dumping, small workshops</a:t>
            </a:r>
          </a:p>
          <a:p>
            <a:pPr marL="0" indent="0" algn="l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3608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High-Impact Sources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Brick-making industries near Delhi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emit large quantities of PM10 and SO₂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Stubble burning in Punjab and Haryana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to severe seasonal smog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activities often dominate national headlines due to their scale and impact.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Regulated Pollutant Categories in India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national air quality standards, India monitors and regulates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eight key pollutants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determine the AQI: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Ground-level Ozone (O₃)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Particulate Matter (PM10)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Particulate Matter (PM2.5)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Monoxide (CO)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Sulphur Dioxide (SO₂)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Nitrogen Dioxide (NO₂)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Ammonia (NH₃)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(Pb)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pollutants collectively define the level of air pollution in any region.</a:t>
            </a:r>
          </a:p>
          <a:p>
            <a:pPr marL="0" indent="0" algn="l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Air Pollution on Humans &amp; the Earth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Harmful Effects on Human Health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Health Effects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Coughing, throat irritation, burning eyes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Breathing discomfort, wheezing, shortness of breath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Headaches and dizziness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Allergic reactions and increased asthma symptoms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Health Effects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bronchitis and asthma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lung function and lung cancer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Premature aging of lungs and long-term tissue damage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developmental effects in children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risk of stroke, heart attacks, and early mortality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Harmful Effects on the Earth &amp; Environment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664" y="116601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&amp; Atmospheric Impact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Warming: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Pollutants trap heat and increase Earth’s temperature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Ozone Layer Damage: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Certain gases contribute to ozone depletion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Smog Formation: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visibility and worsens city air quality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&amp; Ecological Damage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 Rain: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Causes soil acidification and affects water bodies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Damage: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Ozone and particulate matter reduce agricultural yield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Degradation: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Chemical deposits alter soil nutrients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Pollution: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Pollutants settle into rivers and lakes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Ecosystem Imbalance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 to birds, animals, insects, and aquatic life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Disruption in natural food chains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biodiversity in forests and urban green zones</a:t>
            </a:r>
          </a:p>
          <a:p>
            <a:pPr marL="0" indent="0" algn="l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to Reduce Air Pollution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56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Solutions</a:t>
            </a: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Purifiers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particulate matter (PM2.5, PM10) and harmful gases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homes, hospitals, offices, and polluted urban areas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2.Emission Control Technologies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Catalytic converters for vehicles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scrubbers to reduce SO₂ and NOx emissions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3. Electric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 (EVs)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reliance on fossil fuels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CO, NO₂, and particulate emissions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Energy Adoption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solar, wind, and hydro reduces combustion pollutants</a:t>
            </a:r>
          </a:p>
          <a:p>
            <a:pPr marL="0" indent="0">
              <a:buNone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9496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&amp; Environmental Solutions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Greenery &amp; Plantation Drives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Trees absorb CO₂, SO₂, and PM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oxygen levels and reduces heat islands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Control Measures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sprinkling, covering construction sites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PM10 and PM2.5 spread in urban areas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Management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open garbage burning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Promoting recycling and safe disposal</a:t>
            </a: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Governmental &amp; Policy-Based Solutions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stricter pollution standards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Odd-even vehicle schemes, traffic restrictions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Banning of high-emission fuels and outdated vehicles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 of public transport and carpooling</a:t>
            </a:r>
          </a:p>
          <a:p>
            <a:pPr marL="0" indent="0" algn="l">
              <a:buNone/>
              <a:defRPr sz="1800">
                <a:solidFill>
                  <a:srgbClr val="1E1E1E"/>
                </a:solidFill>
                <a:latin typeface="Times New Roman"/>
              </a:defRPr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501D-4853-6732-7ACB-AAB0B7E8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Project on Earth, Humanity &amp; the World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AB7AF-E1FB-8ABA-9485-BB9306C99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Overall Impact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AI-powered Air Quality Prediction and Awareness System creates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tangible environmental and societal benefits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cleaner ecosystems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helping citizens understand pollution patterns and take preventive actions.</a:t>
            </a: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government/environmental planning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early warnings and predictive insights.</a:t>
            </a: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👥 Impact on Humanity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people avoid respiratory issues, asthma triggers, and long-term illnesses.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Empowers communities to demand better local environmental policies.</a:t>
            </a: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Global Impact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Aligns with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Sustainable Development Goals (SDG 3 – Good Health &amp; Well-being, SDG 11 – Sustainable Cities)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975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4AA1-B3DA-2067-D1A0-7F91E9644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🧠 Coding Details (Tech Stack Used)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238FB-372B-1D9C-F2BB-A57456F09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AI + software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 hardware involved.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interactive dashboard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Linear Regression / Random Forest for AQI prediction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cleaning &amp; processing</a:t>
            </a:r>
          </a:p>
          <a:p>
            <a:pPr marL="0" indent="0">
              <a:buNone/>
            </a:pP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Matplotlib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visualization and charts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model training and testing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/ PyCharm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coding environment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Open-source air quality datasets (e.g., CPCB, Kaggle AQI data)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996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832F2-6A14-F656-CCAC-C7F8610B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Project Solves the Problem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4F2D1-CB83-C22F-EC42-F428FCC7A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56" y="97840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1. Predicts Air Quality Before It Becomes Harmful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AI model analyzes historical pollutant data and predicts AQI levels, giving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people can avoid exposure.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2. Makes Pollution Data Understandable for Everyone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your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dashboard, users can: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AQI in simple colors &amp; charts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trends for PM2.5, PM10, NO₂, CO, SO₂, NH₃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3. Helps People Take Preventive Actions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alerts and predictions, users can: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outdoor activities during high AQI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4. Supports Organizations &amp; Agencies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 and NGOs can use prediction data to: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traffic &amp; industrial operations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pollution control measures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5. Contributes to Environmental Sustainability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enabling awareness, your system drives: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Cleaner habits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becomes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but significant step toward a greener planet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588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C8B4-49A8-48D6-072C-EFFF8414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🌟 Future Enhancements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85855-3228-1AAB-76C5-C3629F760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1. Real-Time API Integration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2. Deep Learning-Based Prediction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3. Location-Based Personalized Alerts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4. Health Impact Suggestions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5. Historical Data Comparison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6. Anomaly Detection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7. Predictive “What-If” Analysis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8. Integration with Satellite Air Quality Data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078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EE4F-C826-C62B-2DBF-CB44D48B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Run the Project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2A66-97E5-609D-F463-16A38B344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512" y="87357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Clone the Project Repository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or clone the GitHub repo: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Air_Aware_SmartAirQuality_PredictionSystem_infosys_Batch_3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folder to your local system.</a:t>
            </a: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Install Required Software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the following are installed:</a:t>
            </a: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3.10+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 / Virtual Environment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(optional)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required libraries using: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 install -r requirements.txt</a:t>
            </a: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Set Up the Virtual Environment (Recommended)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-m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\Scripts\activate       (for Windows)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keeps dependencies clean and project-specific.</a:t>
            </a: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Prepare the Dataset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dataset CSV files are placed in the specified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data/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directory.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uses pollutant features like PM2.5, PM10, NO₂, SO₂, CO, NH₃ for AQI prediction.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hardware sensors are required — it is fully AI-based.</a:t>
            </a:r>
          </a:p>
          <a:p>
            <a:pPr marL="0" indent="0">
              <a:buNone/>
            </a:pP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901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6AF74-6D94-861D-5B63-EC7656DA0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3064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Run the Model Training (Only if Needed)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to retrain: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model_training.py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generates: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ML model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/Regressor, etc.)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.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file for prediction.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Launch the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application: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M4_Main_Dashboard.py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opens the interactive dashboard with: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AQI predictions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charts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Pollutant trends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category insights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6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4E3C7-79EC-83B6-F07B-650C0E131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704" y="25908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View Results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dashboard opens: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city or dataset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real-time/forecasted AQI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pollutant-level visualizations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Modify or Extend the Project (Optional)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model accuracy configuration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pollutant features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API sources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visualizations or UI elements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Deployment (Optional)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using:</a:t>
            </a:r>
          </a:p>
          <a:p>
            <a:pPr marL="0" indent="0">
              <a:buNone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/ Azure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044765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BCAE-2068-950E-9692-815C13CA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78798"/>
            <a:ext cx="8229600" cy="1143000"/>
          </a:xfrm>
        </p:spPr>
        <p:txBody>
          <a:bodyPr>
            <a:noAutofit/>
          </a:bodyPr>
          <a:lstStyle/>
          <a:p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  <a:endParaRPr lang="en-IN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683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2129</Words>
  <Application>Microsoft Office PowerPoint</Application>
  <PresentationFormat>On-screen Show (4:3)</PresentationFormat>
  <Paragraphs>291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PowerPoint Presentation</vt:lpstr>
      <vt:lpstr>Project Overview</vt:lpstr>
      <vt:lpstr>Tech Tools &amp; Technologies Implemented </vt:lpstr>
      <vt:lpstr>Understanding AQI (Air Quality Index)</vt:lpstr>
      <vt:lpstr>PowerPoint Presentation</vt:lpstr>
      <vt:lpstr>How to Measure AQI Factors</vt:lpstr>
      <vt:lpstr>PowerPoint Presentation</vt:lpstr>
      <vt:lpstr>AQI Monitoring Agencies &amp; Applications</vt:lpstr>
      <vt:lpstr>Major Contributors to Air Pollution </vt:lpstr>
      <vt:lpstr>PowerPoint Presentation</vt:lpstr>
      <vt:lpstr>Impact of Air Pollution on Humans &amp; the Earth </vt:lpstr>
      <vt:lpstr>Harmful Effects on the Earth &amp; Environment </vt:lpstr>
      <vt:lpstr>Solutions to Reduce Air Pollution </vt:lpstr>
      <vt:lpstr>PowerPoint Presentation</vt:lpstr>
      <vt:lpstr>Impact of the Project on Earth, Humanity &amp; the World </vt:lpstr>
      <vt:lpstr>🧠 Coding Details (Tech Stack Used) </vt:lpstr>
      <vt:lpstr>How the Project Solves the Problem </vt:lpstr>
      <vt:lpstr>🌟 Future Enhancements </vt:lpstr>
      <vt:lpstr>Steps to Run the Project </vt:lpstr>
      <vt:lpstr>PowerPoint Presentation</vt:lpstr>
      <vt:lpstr>PowerPoint Presentation</vt:lpstr>
      <vt:lpstr>THANK YOU!!!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</dc:creator>
  <cp:keywords/>
  <dc:description>generated using python-pptx</dc:description>
  <cp:lastModifiedBy>Harivardhini K</cp:lastModifiedBy>
  <cp:revision>9</cp:revision>
  <dcterms:created xsi:type="dcterms:W3CDTF">2013-01-27T09:14:16Z</dcterms:created>
  <dcterms:modified xsi:type="dcterms:W3CDTF">2025-11-14T13:53:00Z</dcterms:modified>
  <cp:category/>
</cp:coreProperties>
</file>